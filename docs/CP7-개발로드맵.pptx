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2E5AA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CP7 백엔드 개발 로드맵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V0 프론트(API 도출목록 ~200개) ↔ cp7 DB(61테이블) 매핑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→ 계약 → 청구 → 승인 → 입금확인 → 지급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V0 성격 &amp; 접근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앱 = 단일 도메인의 단계 분할 (현장→계약→청구→승인→입금확인→지급)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Zustand 목업 → 화면 의도로 역추론한 API 명세. 백엔드는 0부터.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도출목록이 이미 업무명(camelCase) → 우리 'DB 은닉' 규칙과 일치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7F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Request/Response 명으로 그대로 차용 가능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영역 ↔ DB 테이블 / 커버리지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8521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영역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DB 테이블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인증·회원가입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cp_usr, cp_sbjt, cp_usr_auth, cp_lgn_hstr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7F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완료(+/auth/me·SMS 미구현)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/ 계약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cp_site / cp_ctrt(+grp/rltp/sign/elct)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청구 / 승인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cp_bill(+보조) / cp_sgnf(_dtl/_line)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입금확인 / 지급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cp_dpst,cp_bill_dpst_mtch / cp_pmt,cp_pmt_ldgr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압류/증명서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cp_szr/_ctrt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 마스터(근/장/재)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cp_sbjt, cp_sbjt_mbr/_ocpt/_acct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계좌 / 검색·룩업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cp_sbjt_acct,cp_cmn_acct_vrfc / cp_cmn_cd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🔶 보조검증만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설정(회사/부서/사용자)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cp_cmn_dept/_usr, cp_usr/_auth, cp_intd_optn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/ 메뉴·코드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집계(cp_bill/pmt/ctrt) / cp_menu, cp_cmn_cd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· 먼저 합의할 결정사항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78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 / 결정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role vs adminLevel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role(owner/prime/sub)=계약 지위(파생) ↔ adminLevel=tp_auth_usr. 다른 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e계좌 모델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컬럼 불명확 — cp_dpst.no_elct_acct / cp_sbjt_acct(신탁) 조합 추정 → 확정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대출·전자카드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대응 테이블 없음 → 신규테이블/외부연동 여부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ChangeLog 이력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범용 */history ↔ DB 테이블별 *_hstr → 전략 정의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채번 cd_task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cp_sn_seq CT/BI/CL/PM… → 계약=CT, 청구=BI? 매핑표 확정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상태머신 코드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st_bill/st_aprv/st_pmt 값을 cp_cmn_cd에서 확정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토대 (모든 화면의 전제)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스코핑 — 클레임 subjectId(회사)+계약지위로 buyer/seller 필터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페이징·검색 표준 — page/size/sort/keyword + ApiResponse 페이지 래퍼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공통코드 조회 API — cp_cmn_cd by cd_grp (드롭다운 전부 의존)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채번 cd_task 매핑 — SequenceService(F_GET_SN) 이미 존재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게이팅 — tp_auth_usr 기반 @Auth 확장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로드맵 (의존 순서)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A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F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완료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auth(login/logout/reissue), member(join+보조검증), crosscert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기반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공통코드 조회 · /auth/me · 회사/부서/사용자 설정 · 계좌 · 검색/룩업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드롭다운·스코핑 전제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골격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현장(Site) → 계약/하위계약(Contract)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청구의 부모, 채번·e계좌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청구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청구(Billing) CRUD + 항목 마스터(근/장/재/기타)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승인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청구승인 워크플로(cp_sgnf 결재) + 상태머신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청구 의존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지급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입금확인·매핑 → 대금지급(cp_pmt) → 거래내역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 의존, 대용량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 부가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압류/증명서 · 통계/대시보드 · 외부연동(SMS/실명/대출/카드)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마무리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액션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Phase 1의 '공통코드 조회 API + /auth/me' 부터 시작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작고, 모든 화면이 의존, DB 이미 존재(cp_cmn_cd) → 빠른 토대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병행해 갭 6개 결정 (role 파생 규칙 · 채번 cd_task · e계좌 모델)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2~5 설계의 전제 → 먼저 못박아야 재작업 방지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CP7 개발 로드맵</dc:title>
  <dc:subject>PptxGenJS Presentation</dc:subject>
  <dc:creator>PptxGenJS</dc:creator>
  <cp:lastModifiedBy>PptxGenJS</cp:lastModifiedBy>
  <cp:revision>1</cp:revision>
  <dcterms:created xsi:type="dcterms:W3CDTF">2026-06-23T01:37:53Z</dcterms:created>
  <dcterms:modified xsi:type="dcterms:W3CDTF">2026-06-23T01:37:53Z</dcterms:modified>
</cp:coreProperties>
</file>