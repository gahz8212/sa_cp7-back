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2E5AA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CP7 개발 네이밍 규칙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· 파일 · 클래스 · 메소드 · API URL · 메시지코드 · DB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CP7 멀티모듈 백엔드 · 코드 컨벤션 (CLAUDE.md §2 · §12 기준)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 — 무엇을 규칙으로 두는가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도메인은 화면이 아니라 업무(비즈니스 능력) 단위로 묶는다</a:t>
            </a:r>
            <a:endParaRPr lang="en-US" sz="18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auth = 인증 전체 / member = 회원·회원사 / crosscert = 공동인증서 …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패키지는 &lt;기능&gt;.&lt;레이어&gt; 구조 + 레이어별 폴더 분리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파일명 접미사로 역할 구분 (Request/Response/Dto/Entity/Controller/Service/Mapper)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계약(Request/Response/Dto)에는 DB 컬럼명을 노출하지 않는다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URL · 계층별 메소드 어휘 · 메시지코드 체계까지 통일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구조  &lt;기능&gt;.&lt;레이어&gt;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기능(도메인): auth · member · common · infrastructure · crosscert …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레이어 폴더: controller / service / mapper / model / dto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B423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한 폴더에 service·mapper 를 섞지 말 것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Mapper XML: src/main/resources/mapper/&lt;기능&gt;/*.xml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10972800" cy="2560320"/>
          </a:xfrm>
          <a:prstGeom prst="rect">
            <a:avLst/>
          </a:prstGeom>
          <a:solidFill>
            <a:srgbClr val="EEF2FA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com.paycoms.cp7.api.member.controller.MemberController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com.paycoms.cp7.api.member.service.MemberService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com.paycoms.cp7.api.member.mapper.MemberMapper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com.paycoms.cp7.api.member.dto.JoinRequest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com.paycoms.cp7.api.member.model.SubjectEntity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resources/mapper/member/MemberMapper.xml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파일명 접미사 규칙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972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657600"/>
                <a:gridCol w="4206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접미사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 요청 DTO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...Request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LoginRequest, JoinRequest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 응답 DTO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...Response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TokenResponse, JoinResponse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외 전달 DTO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...Dto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UserInfoDto, JoinCompanyDto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 쿼리 값(MyBatis 결과)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...Entity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UserCredentialEntity, SubjectEntity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컨트롤러 / 서비스 / 매퍼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...Controller / Service / Mapper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MemberController …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 인터페이스+구현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...Service / ...ServiceImpl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CrossCertService / ...ServiceImpl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상수 클래스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...Constants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CertPolicyConstants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구조 은닉  (Entity ↔ DTO)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Entity 는 DB 컬럼명을 미러링하지만, Request/Response/Dto·JWT 클레임은 업무 의미 이름을 쓴다. 변환은 service 계층.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 / Entity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 (Request/Response/Dto)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사용자ID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id_usr / idUsr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userId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시스템코드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cd_sys / cdSys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systemCode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비밀번호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pw_lgn / pwLgn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password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주체ID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id_sbjt / idSbjt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subjectId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사용자명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nm_usr / nmUsr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userName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주체(회사)명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nm_sbjt / nmSbjt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subjectName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URL 규칙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/api prefix + kebab-case 소문자, 행위는 URL 동사 대신 HTTP 메서드로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경로: /{도메인}/{리소스(복수명사)}/{id}/{하위|액션}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메서드 + URL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/member/companies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/member/companies/{id}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/member/companies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PUT|PATCH /member/companies/{id}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 /member/companies/{id}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비-CRUD 액션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/member/join · GET /member/users/check-id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예외(레거시 유지)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/auth/login · /auth/reissue · GET /auth/logout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메소드 네이밍 — 계층별 어휘 분리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95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계층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어휘 / 예시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Controller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getTerms · getCompany · createCompany · login · join · checkUserId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Service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get(없으면예외) · find(없으면null) · getXxxList · searchXxx · exists · create/register · update · remove/delete · validate · activate/suspend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Mapper(MyBatis)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selectXxx · selectXxxList · insertXxx · updateXxx · deleteXxx · countByXxx · existsByXxx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Boolean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 / has / exists / can 접두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F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변수/필드/메서드 = camelCase 업무명(DB 컬럼명 노출 금지) · 상수 = UPPER_SNAKE_CASE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메시지코드 체계 · HTTP status 정책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= &lt;영역&gt;_&lt;3자리&gt;, messages_{ko,en}.properties 에 .status / .message 쌍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영역: SYS_ / VALI_ / COMM_ / AUTH_ / 도메인별(JOIN_ · CERT_ …)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1280160"/>
                <a:gridCol w="4389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.status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200/201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200/201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SYS_200 / SYS_201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비즈니스 오류(페이지 처리)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JOIN_*, AUTH_003/004, VALI_*, CERT_*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시스템/세션 오류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4xx/5xx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실제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SYS_*, AUTH_001/002, SYS_403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프론트: HTTP 200 으로 받고 code 로 분기 (비즈니스) / HTTP 4xx·5xx 는 공통(시스템) 처리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스키마 컨벤션 (cp7)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115568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헝가리안 접두어: id_ cd_ sn_ no_ nm_ tp_ st_ am_(금액) yd_(일자 int) ym_(연월) ts_(일시) yn_(여부Y/N) tx_ ad_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B423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cd_sys(시스템코드)가 대부분 PK 포함 → 모든 쿼리 조건에 필수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B423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soft delete: 조회 시 yn_del='N' AND yn_use='Y' 필터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감사컬럼 id_reg/ts_reg/id_chg/ts_chg (BaseTimeEntity 아님) — NOW()+등록/변경자 직접 세팅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날짜는 int(YYYYMMDD)·char(6)(YYYYMM) — LocalDate 아님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공통코드 cp_cmn_cd: cd_grp = 컬럼 필드명 → 값 정할 땐 먼저 조회 (st_sbjt, tp_auth_usr …)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채번은 DB 함수 F_GET_SN 호출 + 공통 SequenceService(REQUIRES_NEW) — 직접 seq 증가 금지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cp_=운영 / mig_=마이그레이션 임시(운영 사용 금지)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체크리스트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1155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새 기능은 &lt;기능&gt;.&lt;레이어&gt; 패키지에, service·mapper 폴더 분리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파일명 접미사 Request/Response/Dto/Entity/Controller/Service(Impl)/Mapper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Request/Response/Dto 에 DB 컬럼명 금지(업무명) — 변환은 service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URL: 복수 명사 + HTTP 메서드, 비-CRUD만 동사 하위경로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메소드: Controller 짧게 / Service 비즈니스의도 / Mapper SQL동작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비즈니스 오류코드는 .status=200, 시스템만 실제 status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cd_sys 조건 + soft delete 필터 + 코드값은 공통코드 확인 + 채번은 F_GET_SN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CP7 네이밍 규칙</dc:title>
  <dc:subject>PptxGenJS Presentation</dc:subject>
  <dc:creator>CP7</dc:creator>
  <cp:lastModifiedBy>CP7</cp:lastModifiedBy>
  <cp:revision>1</cp:revision>
  <dcterms:created xsi:type="dcterms:W3CDTF">2026-06-23T00:55:58Z</dcterms:created>
  <dcterms:modified xsi:type="dcterms:W3CDTF">2026-06-23T00:55:58Z</dcterms:modified>
</cp:coreProperties>
</file>